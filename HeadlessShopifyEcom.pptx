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8DD3D-75CC-4FB7-BA48-F55FC8C62E8C}" v="349" dt="2025-11-24T19:10:12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24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2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6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2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82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38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5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1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73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955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5952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643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53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9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19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2156" y="1491343"/>
            <a:ext cx="9427027" cy="2262781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Headless Shopify E-Commerce With StoreFront API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5630" y="4462009"/>
            <a:ext cx="9198428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Custom storefront consuming Shopify Storefront API</a:t>
            </a:r>
          </a:p>
          <a:p>
            <a:r>
              <a:rPr lang="en-US" dirty="0">
                <a:ea typeface="+mn-lt"/>
                <a:cs typeface="+mn-lt"/>
              </a:rPr>
              <a:t>Project Repo: https://github.com/abdullahfarahidy/HeadlessShopifyEcommerceWithStoreFrontApi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42CB-2349-FDA6-5BF6-D052CB48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517525"/>
            <a:ext cx="10515600" cy="1031649"/>
          </a:xfrm>
        </p:spPr>
        <p:txBody>
          <a:bodyPr/>
          <a:lstStyle/>
          <a:p>
            <a:r>
              <a:rPr lang="en-US" dirty="0"/>
              <a:t>Presenters: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A804C-2048-29BE-96DA-DE33FD67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Abdallah Mohamed Ahmed:20226174</a:t>
            </a:r>
          </a:p>
          <a:p>
            <a:r>
              <a:rPr lang="en-US" dirty="0"/>
              <a:t>Ayman Islam Ahmed : 20226024</a:t>
            </a:r>
          </a:p>
          <a:p>
            <a:r>
              <a:rPr lang="en-US" dirty="0"/>
              <a:t>Ahmed Aly Ahmed : 20226003</a:t>
            </a:r>
          </a:p>
          <a:p>
            <a:r>
              <a:rPr lang="en-US" dirty="0"/>
              <a:t>Seif Eldeen Amr Ibrahim: 20226048</a:t>
            </a:r>
          </a:p>
          <a:p>
            <a:r>
              <a:rPr lang="en-US" dirty="0"/>
              <a:t>Kirolos Maged: 20226079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238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9420-E628-68D9-6181-9861D1A6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343" y="310696"/>
            <a:ext cx="10515600" cy="922792"/>
          </a:xfrm>
        </p:spPr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FFDB-529F-56E4-58C9-5313CEE35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2825"/>
            <a:ext cx="10515600" cy="34913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What is e-commerce? 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  Buying &amp; selling goods/services online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  Traditional vs modern approaches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Current trend: **headless architecture**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4947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433C-AFB5-4E49-7A89-9FE101F2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982" y="330196"/>
            <a:ext cx="8911687" cy="80191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Headless E-Commerce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8FE3C-A0B2-4CAF-7DA5-4B201F43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984" y="1948543"/>
            <a:ext cx="10014857" cy="3919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- Frontend separated from backend 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- Allows custom UI/UX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Flexibility to use frameworks like React, Next.js, Vue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Backend handles products, orders, checkout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3499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497F-A3D3-0BF1-4BBE-B14AB019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431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Advantages of Headless E-Commerce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0B733-2016-7858-AD69-A96401B2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641" y="2612571"/>
            <a:ext cx="10276114" cy="3908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- Full control over design &amp; branding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Faster performance &amp; optimized frontend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Easy integration with multiple channels (web, mobile, IoT)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Backend features remain secure and scalable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1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590F-1731-5E5B-AA69-0AA91B49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725" y="351967"/>
            <a:ext cx="8911687" cy="87811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Shopify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FDA8-02CE-34D4-AF32-58601E71E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26" y="2024743"/>
            <a:ext cx="10319657" cy="35707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- One of the leading e-commerce platforms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Handles products, inventory, orders, checkout  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- Provides **APIs for headless storefronts**  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- Secure, scalable, and developer-friendly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5489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593F-F70E-C61C-3B49-F797F927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97" y="624110"/>
            <a:ext cx="9804315" cy="76926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Shopify Storefront 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DEDEC-CE92-78F3-C7FE-5F887B236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441" y="1959429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Allows: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  - Fetching products, collections, variants 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  - Checkout operations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  - Customer data access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Requires **Storefront API token** for authentication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0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5708-9DD1-1931-11EF-1977AF75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660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654E-F568-ECDA-C630-7ED789D96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-Demo built with **Next.js 13 + TypeScript + Tailwind CSS**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Uses **Shopify Storefront API** to fetch product data  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- Displays products in a responsive grid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Demonstrates **headless e-commerce concept**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926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FB8C-CF49-FB0F-07A9-A6D661E2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811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7571-A924-F6FA-3FA2-3E224DE4D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710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- **app/</a:t>
            </a:r>
            <a:r>
              <a:rPr lang="en-US" sz="2800" dirty="0" err="1">
                <a:ea typeface="+mn-lt"/>
                <a:cs typeface="+mn-lt"/>
              </a:rPr>
              <a:t>page.tsx</a:t>
            </a:r>
            <a:r>
              <a:rPr lang="en-US" sz="2800" dirty="0">
                <a:ea typeface="+mn-lt"/>
                <a:cs typeface="+mn-lt"/>
              </a:rPr>
              <a:t>** → main frontend page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**lib/</a:t>
            </a:r>
            <a:r>
              <a:rPr lang="en-US" sz="2800" dirty="0" err="1">
                <a:ea typeface="+mn-lt"/>
                <a:cs typeface="+mn-lt"/>
              </a:rPr>
              <a:t>shopify.ts</a:t>
            </a:r>
            <a:r>
              <a:rPr lang="en-US" sz="2800" dirty="0">
                <a:ea typeface="+mn-lt"/>
                <a:cs typeface="+mn-lt"/>
              </a:rPr>
              <a:t>** → </a:t>
            </a:r>
            <a:r>
              <a:rPr lang="en-US" sz="2800" dirty="0" err="1">
                <a:ea typeface="+mn-lt"/>
                <a:cs typeface="+mn-lt"/>
              </a:rPr>
              <a:t>GraphQL</a:t>
            </a:r>
            <a:r>
              <a:rPr lang="en-US" sz="2800" dirty="0">
                <a:ea typeface="+mn-lt"/>
                <a:cs typeface="+mn-lt"/>
              </a:rPr>
              <a:t> client + queries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**.</a:t>
            </a:r>
            <a:r>
              <a:rPr lang="en-US" sz="2800" dirty="0" err="1">
                <a:ea typeface="+mn-lt"/>
                <a:cs typeface="+mn-lt"/>
              </a:rPr>
              <a:t>env.local</a:t>
            </a:r>
            <a:r>
              <a:rPr lang="en-US" sz="2800" dirty="0">
                <a:ea typeface="+mn-lt"/>
                <a:cs typeface="+mn-lt"/>
              </a:rPr>
              <a:t>** → environment variables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**public/** → static assets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**</a:t>
            </a:r>
            <a:r>
              <a:rPr lang="en-US" sz="2800" err="1">
                <a:ea typeface="+mn-lt"/>
                <a:cs typeface="+mn-lt"/>
              </a:rPr>
              <a:t>node_modules</a:t>
            </a:r>
            <a:r>
              <a:rPr lang="en-US" sz="2800" dirty="0">
                <a:ea typeface="+mn-lt"/>
                <a:cs typeface="+mn-lt"/>
              </a:rPr>
              <a:t>/** → dependencies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6532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D26C-5712-0E87-E9E2-10091C32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54" y="395510"/>
            <a:ext cx="8911687" cy="89989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How It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9BD02-FF5B-586B-7A8A-42AE4AEC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555" y="1839686"/>
            <a:ext cx="10091057" cy="29611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1. Fetch products from Shopify via </a:t>
            </a:r>
            <a:r>
              <a:rPr lang="en-US" sz="2800" dirty="0" err="1">
                <a:ea typeface="+mn-lt"/>
                <a:cs typeface="+mn-lt"/>
              </a:rPr>
              <a:t>GraphQL</a:t>
            </a:r>
            <a:r>
              <a:rPr lang="en-US" sz="2800" dirty="0">
                <a:ea typeface="+mn-lt"/>
                <a:cs typeface="+mn-lt"/>
              </a:rPr>
              <a:t>  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2. Use Storefront API token for authentication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3. Render products dynamically in React components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4. Responsive layout using Tailwind CSS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9460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C85F-F5DF-4DDE-AE51-8F26A4B1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982" y="297539"/>
            <a:ext cx="8911687" cy="72571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Advantages of This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81E93-6AD5-2566-FD95-57D67C585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870" y="1567543"/>
            <a:ext cx="10025742" cy="43436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- Showcases **headless architecture**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Demonstrates **real Shopify API usage**  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- Simple setup with **Next.js** and **</a:t>
            </a:r>
            <a:r>
              <a:rPr lang="en-US" sz="2800" dirty="0" err="1">
                <a:ea typeface="+mn-lt"/>
                <a:cs typeface="+mn-lt"/>
              </a:rPr>
              <a:t>GraphQL</a:t>
            </a:r>
            <a:r>
              <a:rPr lang="en-US" sz="2800" dirty="0">
                <a:ea typeface="+mn-lt"/>
                <a:cs typeface="+mn-lt"/>
              </a:rPr>
              <a:t>**  </a:t>
            </a:r>
            <a:endParaRPr lang="en-US" sz="2800"/>
          </a:p>
          <a:p>
            <a:r>
              <a:rPr lang="en-US" sz="2800" dirty="0">
                <a:ea typeface="+mn-lt"/>
                <a:cs typeface="+mn-lt"/>
              </a:rPr>
              <a:t>- Can be extended into full e-commerce application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305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CA8A-F31E-6273-A183-C8F1A59A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A1CA5-1919-5C8D-34CD-3D39BA8C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- Headless e-commerce = flexible + modern solution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Shopify Storefront API = powerful tool for custom storefronts 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- Demo = practical example for learning &amp; showcasing 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- Future extensions: checkout integration, subscriptions, advanced UI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73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Wisp</vt:lpstr>
      <vt:lpstr>Headless Shopify E-Commerce With StoreFront API</vt:lpstr>
      <vt:lpstr>Presenters:</vt:lpstr>
      <vt:lpstr>Introduction:</vt:lpstr>
      <vt:lpstr>What is Headless E-Commerce</vt:lpstr>
      <vt:lpstr>Advantages of Headless E-Commerce</vt:lpstr>
      <vt:lpstr>Shopify Overview</vt:lpstr>
      <vt:lpstr>Shopify Storefront API</vt:lpstr>
      <vt:lpstr>Project Overview</vt:lpstr>
      <vt:lpstr>Project Structure</vt:lpstr>
      <vt:lpstr>How It Works</vt:lpstr>
      <vt:lpstr>Advantages of This 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2025-11-24T18:37:54Z</dcterms:created>
  <dcterms:modified xsi:type="dcterms:W3CDTF">2025-11-24T19:19:45Z</dcterms:modified>
</cp:coreProperties>
</file>